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lang="ko-KR" altLang="en-US" sz="3000" b="1" kern="1200">
        <a:solidFill>
          <a:srgbClr val="172033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1" hangingPunct="1">
        <a:lnSpc>
          <a:spcPct val="108000"/>
        </a:lnSpc>
        <a:spcBef>
          <a:spcPct val="0"/>
        </a:spcBef>
        <a:spcAft>
          <a:spcPts val="700"/>
        </a:spcAft>
        <a:buNone/>
        <a:defRPr sz="20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A0A22-64A1-469C-B449-9FD512E01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Seurat </a:t>
            </a:r>
            <a:r>
              <a:rPr lang="ko-KR" altLang="en-US"/>
              <a:t>분석을 위한 </a:t>
            </a:r>
            <a:r>
              <a:rPr lang="en-US" altLang="ko-KR"/>
              <a:t>R </a:t>
            </a:r>
            <a:r>
              <a:rPr lang="ko-KR" altLang="en-US"/>
              <a:t>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77E9D6-4FAC-4447-B91A-5A560C0A2B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PowerPoint Reference Template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45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Seurat 분석을 위한 R 프로그래밍</dc:title>
  <dc:creator>Joonion Bae</dc:creator>
  <cp:lastModifiedBy>Joonion Bae</cp:lastModifiedBy>
  <cp:revision>1</cp:revision>
  <dcterms:created xsi:type="dcterms:W3CDTF">2026-07-13T01:53:45Z</dcterms:created>
  <dcterms:modified xsi:type="dcterms:W3CDTF">2026-07-13T01:53:45Z</dcterms:modified>
</cp:coreProperties>
</file>